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Open Sans Bold"/>
      <p:regular r:id="rId201318"/>
    </p:embeddedFont>
    <p:embeddedFont>
      <p:font typeface="Open Sans"/>
      <p:regular r:id="rId201319"/>
    </p:embeddedFont>
    <p:embeddedFont>
      <p:font typeface="Open Sans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D9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jpe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871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SmartHire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261221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Resume-to-Job Matching &amp; Career Guidance Engine — a compact, production-ready ML portal that evaluates student CVs, returns ranked job matches, fit scores, and actionable skill-gap reports. Presented by M. Harsath Abinav, Department: AIDS.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363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summary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53506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1588591"/>
            <a:ext cx="6336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SmartHire does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199726" y="2132013"/>
            <a:ext cx="6336745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Accepts resumes (PDF/DOCX/Text), extracts and preprocesses text.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ranked job matches with Top-N scoring and a shortlisting (fit) metric.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Produces a skill-gap report with prioritized suggestions for CV improvement.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from public resume and job datasets — uses classical ML only (no generative models).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199726" y="4659809"/>
            <a:ext cx="6336745" cy="1341834"/>
          </a:xfrm>
          <a:prstGeom prst="roundRect">
            <a:avLst>
              <a:gd name="adj" fmla="val 5916"/>
            </a:avLst>
          </a:prstGeom>
          <a:solidFill>
            <a:srgbClr val="EBE2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733" y="495290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13974" y="4877098"/>
            <a:ext cx="55334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for students and early-career candidates; recruiters and ML stakeholders can validate performance metrics and pipeline modularity.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78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Machine learning approach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85292"/>
            <a:ext cx="736582" cy="920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1385292"/>
            <a:ext cx="15671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Text representation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2089249"/>
            <a:ext cx="1567121" cy="332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TF‑IDF vectorization for resumes and job descriptions with feature engineering: n‑grams, role-specific tokens, and normalized experience/education fields.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1385292"/>
            <a:ext cx="736582" cy="920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1385292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Supervised models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2089249"/>
            <a:ext cx="1567220" cy="423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category classifier using Logistic Regression / Random Forest / SVM. Optional fit predictor combining feature-based signals (skill overlap, experience, education) and similarity scores.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1385292"/>
            <a:ext cx="736582" cy="920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1385292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Unsupervised &amp; similarity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2089249"/>
            <a:ext cx="1567220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Cosine-similarity recommender on TF‑IDF vectors for Top‑N matches. Job clustering via K‑Means or hierarchical methods to surface role families and diversify suggestions.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1385292"/>
            <a:ext cx="736582" cy="920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1385292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Skill-gap detection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2089249"/>
            <a:ext cx="1567220" cy="332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Compares candidate skill tokens to role-important skill sets; ranks gaps by impact and suggests concrete upskilling steps and CV phrasing improvements.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1453"/>
            <a:ext cx="10868745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 &amp; data flow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88" y="2305248"/>
            <a:ext cx="5211930" cy="2247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1754" y="4126541"/>
            <a:ext cx="1182381" cy="147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TF‑IDF Vectorize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301754" y="3606280"/>
            <a:ext cx="1182381" cy="147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Preprocess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301754" y="3091275"/>
            <a:ext cx="1182381" cy="147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Extract Text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301754" y="2571014"/>
            <a:ext cx="1182381" cy="147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Upload Resume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1475" y="4724995"/>
            <a:ext cx="57910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modular pipeline that separates extraction, representation, modeling, and UI for maintainability and iterative improvement.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73802" y="1639391"/>
            <a:ext cx="46626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Implementation notes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873802" y="2058194"/>
            <a:ext cx="4662669" cy="274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extraction: robust PDF / DOCX parsers with fallback heuristics for layout noise.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Preprocessing: normalization, stopword tuning, named-entity extraction for skills, experiences, and education.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Serving: lightweight Streamlit or Flask front end; models serialized with joblib or ONNX for portability.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Observability: logging for predicted labels, similarity scores, and user feedback to enable continuous retraining.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73802" y="4976813"/>
            <a:ext cx="4662669" cy="877491"/>
          </a:xfrm>
          <a:prstGeom prst="roundRect">
            <a:avLst>
              <a:gd name="adj" fmla="val 8142"/>
            </a:avLst>
          </a:prstGeom>
          <a:solidFill>
            <a:srgbClr val="B6D6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859" y="5214045"/>
            <a:ext cx="212620" cy="1700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26536" y="5156994"/>
            <a:ext cx="393987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Privacy: strip PII by default and support opt-in data retention for model improvement.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431"/>
            <a:ext cx="10868745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Timeline, evaluation &amp; expected outcome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967284"/>
            <a:ext cx="3574564" cy="1279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8512" y="1055092"/>
            <a:ext cx="1404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1250" y="1435596"/>
            <a:ext cx="33150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 1 — Data &amp; classifier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1250" y="1661914"/>
            <a:ext cx="3315014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Collect/clean datasets, exploratory analysis, TF‑IDF pipeline, baseline resume category classifier and initial evaluation (accuracy, ROC‑AUC).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8566" y="967284"/>
            <a:ext cx="3574564" cy="12792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25602" y="1055092"/>
            <a:ext cx="1404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438341" y="1435596"/>
            <a:ext cx="33150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 2 — Recommender &amp; gaps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438341" y="1661914"/>
            <a:ext cx="3315014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similarity-based Top‑N recommender, run clustering for role families, implement skill-gap detection and human-readable suggestions.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5656" y="967284"/>
            <a:ext cx="3574564" cy="12792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2693" y="1055092"/>
            <a:ext cx="1404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85431" y="1435596"/>
            <a:ext cx="33150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 3 — Integration &amp; delivery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085431" y="1661914"/>
            <a:ext cx="3315014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components in Streamlit/Flask, add UI for upload and reports, prepare final documentation, evaluation artifacts and a demo presentation.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61475" y="2357338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443728">
              <a:alpha val="5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61475" y="2508052"/>
            <a:ext cx="10868745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Evaluation metrics &amp; success criteria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61475" y="2836267"/>
            <a:ext cx="10868745" cy="682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08000"/>
              </a:lnSpc>
              <a:buSzPct val="100000"/>
              <a:buChar char="•"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Classification: Accuracy, Precision, Recall, F1, ROC‑AUC, confusion matrix.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Char char="•"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Recommender: Precision@K, Mean Reciprocal Rank (MRR), and qualitative relevance from user feedback.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Char char="•"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Clustering: Silhouette score and cluster interpretability for role families.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Char char="•"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 A functional portal where users upload a CV and receive ranked jobs, a fit score, and a prioritized skill-gap report.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0247" y="3681710"/>
            <a:ext cx="4527040" cy="2565301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918053" y="4642346"/>
            <a:ext cx="3618417" cy="643930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129" y="4762302"/>
            <a:ext cx="146344" cy="11707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98548" y="4736902"/>
            <a:ext cx="3120848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steps: schedule a stakeholder demo, collect pilot user feedback, and iterate models with labeled outcomes to improve Precision@K.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2026-09-09T14:59:09Z</dcterms:created>
  <dcterms:modified xsi:type="dcterms:W3CDTF">2026-09-09T14:59:09Z</dcterms:modified>
</cp:coreProperties>
</file>